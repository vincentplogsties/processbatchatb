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ProcessBatchATB — package 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448556" y="658368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0EE"/>
          </a:solidFill>
          <a:ln w="19050">
            <a:solidFill>
              <a:srgbClr val="88888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494276" y="685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Protokoll_GT_JJJJ_MM.xlsx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'Proben' + gas sheets w1–w6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76956" y="1234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CEFD9"/>
          </a:solidFill>
          <a:ln w="19050">
            <a:solidFill>
              <a:srgbClr val="C98A2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22676" y="126187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import_samples()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→ samples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(wanne, platz, messplatz, probe,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einwaage_in_g_fm, otm_k_fm)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68796" y="1234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CEFD9"/>
          </a:solidFill>
          <a:ln w="19050">
            <a:solidFill>
              <a:srgbClr val="C98A2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4516" y="126187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import_gaswerte()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path, date_origin → gaswerte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(messplatz, datum, zeit, druck, temp,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hoehe_mm, ch4/co2_perc)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4480560" y="1115568"/>
            <a:ext cx="822960" cy="11887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1115568"/>
            <a:ext cx="822960" cy="11887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37076" y="18562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8F0E4"/>
          </a:solidFill>
          <a:ln w="19050">
            <a:solidFill>
              <a:srgbClr val="4C6B4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82796" y="188366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calc_gasvol()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F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df_gaswerte, df_proben, bad_channels → df_gas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F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(vol_norm_net, methane_perc, run_time)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48556" y="1783080"/>
            <a:ext cx="1037844" cy="7315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6766560" y="1783080"/>
            <a:ext cx="973836" cy="7315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8556" y="2542032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7E4DA"/>
          </a:solidFill>
          <a:ln w="19050">
            <a:solidFill>
              <a:srgbClr val="B45F3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4276" y="2569464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calc_daily()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df_gas → df_daily  (day, vol_norm_net_cum, methane_perc)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4476" y="2423160"/>
            <a:ext cx="0" cy="11887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E4DA"/>
          </a:solidFill>
          <a:ln w="19050">
            <a:solidFill>
              <a:srgbClr val="B45F3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31912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calc_termination()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df_daily → condition, abbruch,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abbruch_wide  (VDI 4630 stop rule)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3163824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7E4DA"/>
          </a:solidFill>
          <a:ln w="15875">
            <a:solidFill>
              <a:srgbClr val="B45F3C"/>
            </a:solidFill>
            <a:prstDash val="dash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31912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plot_qc()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df_daily, abbruch → QC plots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160520" y="3044952"/>
            <a:ext cx="1325880" cy="118872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0" y="3044952"/>
            <a:ext cx="1645920" cy="118872"/>
          </a:xfrm>
          <a:prstGeom prst="line">
            <a:avLst/>
          </a:prstGeom>
          <a:noFill/>
          <a:ln w="19050">
            <a:solidFill>
              <a:srgbClr val="9C6448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5496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optional,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48556" y="3913632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F7E4DA"/>
          </a:solidFill>
          <a:ln w="19050">
            <a:solidFill>
              <a:srgbClr val="B45F3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4276" y="39410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calc_yields()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df_daily, condition → yields_daily, yields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(biogas_yield_fm, methane_yield_fm)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3785616"/>
            <a:ext cx="960120" cy="128016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48556" y="4590288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7E4DA"/>
          </a:solidFill>
          <a:ln w="19050">
            <a:solidFill>
              <a:srgbClr val="B45F3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94276" y="4617720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check_validity()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→ validity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(pruefglied, biogas_dev_pct, ch4_dev_pct)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4476" y="4443984"/>
            <a:ext cx="0" cy="146304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926080" y="5239512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FCEFD9"/>
          </a:solidFill>
          <a:ln w="19050">
            <a:solidFill>
              <a:srgbClr val="C98A2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71800" y="526694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export_data()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path, write_xlsx → .rds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.xlsx if write_xlsx = TRUE)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5239512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0F0EE"/>
          </a:solidFill>
          <a:ln w="19050">
            <a:solidFill>
              <a:srgbClr val="88888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526694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GT_YYYY_MM_results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.rds / .xlsx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sheets: yields, yields_daily, validity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H="1">
            <a:off x="4549140" y="5093208"/>
            <a:ext cx="1545336" cy="146304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72200" y="5504688"/>
            <a:ext cx="548640" cy="0"/>
          </a:xfrm>
          <a:prstGeom prst="line">
            <a:avLst/>
          </a:prstGeom>
          <a:noFill/>
          <a:ln w="19050">
            <a:solidFill>
              <a:srgbClr val="9C644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1480" y="5943600"/>
            <a:ext cx="11338560" cy="457200"/>
          </a:xfrm>
          <a:prstGeom prst="roundRect">
            <a:avLst>
              <a:gd name="adj" fmla="val 16000"/>
            </a:avLst>
          </a:prstGeom>
          <a:solidFill>
            <a:srgbClr val="F0F0EE"/>
          </a:solidFill>
          <a:ln w="15875">
            <a:solidFill>
              <a:srgbClr val="888880"/>
            </a:solidFill>
            <a:prstDash val="dash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597103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run_batch_pipeline()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protokoll_path, bad_channels, export_xlsx  —  orchestrates import_samples() → import_gaswerte() → calc_gasvol() → calc_daily() → calc_termination() → calc_yields() → check_validity() → plot_qc() → export_data() in sequence, returns results (invisible)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7A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pPr algn="l" indent="0" marL="0">
              <a:buNone/>
            </a:pPr>
            <a:r>
              <a:rPr lang="en-US" sz="1000" i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import / export   ·   </a:t>
            </a:r>
            <a:pPr algn="l" indent="0" marL="0">
              <a:buNone/>
            </a:pPr>
            <a:r>
              <a:rPr lang="en-US" sz="1000" b="1" i="1" dirty="0">
                <a:solidFill>
                  <a:srgbClr val="1F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buNone/>
            </a:pPr>
            <a:r>
              <a:rPr lang="en-US" sz="1000" i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join / normalise   ·   </a:t>
            </a:r>
            <a:pPr algn="l" indent="0" marL="0">
              <a:buNone/>
            </a:pPr>
            <a:r>
              <a:rPr lang="en-US" sz="1000" b="1" i="1" dirty="0">
                <a:solidFill>
                  <a:srgbClr val="7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pPr algn="l" indent="0" marL="0">
              <a:buNone/>
            </a:pPr>
            <a:r>
              <a:rPr lang="en-US" sz="1000" i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evaluation / summary   ·   </a:t>
            </a:r>
            <a:pPr algn="l" indent="0" marL="0">
              <a:buNone/>
            </a:pPr>
            <a:r>
              <a:rPr lang="en-US" sz="1000" b="1" i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dashed</a:t>
            </a:r>
            <a:pPr algn="l" indent="0" marL="0">
              <a:buNone/>
            </a:pPr>
            <a:r>
              <a:rPr lang="en-US" sz="1000" i="1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data object / file / orchestrator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2026-08-14T11:46:33Z</dcterms:created>
  <dcterms:modified xsi:type="dcterms:W3CDTF">2026-08-14T11:46:33Z</dcterms:modified>
</cp:coreProperties>
</file>